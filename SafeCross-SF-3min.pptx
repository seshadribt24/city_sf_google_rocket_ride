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seconds. Just say: 'We're SafeCross SF — we built an AI-powered system that gives seniors more time to cross the street safely. Here's the problem we're solving.'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Walk through the three numbers quickly: '52.9% of SF traffic deaths are pedestrians — the worst of any major US city. 75% of those killed last year were seniors over 65. Vision Zero promised zero deaths by 2024 — the city had 43. The core insight: crosswalk signals give everyone the same time, but seniors walk slower. Singapore solved this 15 years ago with a card-tap system. We're bringing it to SF with AI.'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'SafeCross has three phases. Phase 1 is the MVP: a senior taps their existing Clipper card at the signal pole, and we extend the walk signal 6-13 extra seconds. Same gesture as boarding a bus — no enrollment needed. Phase 2 adds thermal sensors that detect pedestrians automatically — no card needed, works at night. Phase 3 is where AI comes in: we analyze crossing patterns across every intersection and use Gemini to generate natural-language safety recommendations for city engineers — which intersections should permanently change their timing, when, and by how much.'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'Here's the flow: Step 1, the senior taps their Clipper card — the NFC reader identifies it as a senior card in under 200 milliseconds. Step 2, the edge controller inside the signal cabinet calculates how much extra time based on crossing width. Step 3, it sends a standard NTCIP command to extend the walk phase — and always restores baseline timing afterward. Step 4, every tap is logged and our AI analytics engine identifies patterns and generates recommendations. Total latency under 500ms. Cost per intersection under $3,000 — cheaper than a speed bump.'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'The system has three compute nodes. An NFC reader on the signal pole running 900 lines of C firmware. An edge controller in the signal cabinet running 3,000 lines of Python — this handles the NTCIP protocol to the signal controller. And the cloud layer with AI analytics — Gemini-powered insights that analyze crossing patterns and generate natural-language recommendations for city engineers. Total: 9,500 lines of code. And it's fail-safe by design — if anything crashes, the traffic signal continues normally.'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This is where you switch to a live demo or screen recording. Demo sequence: 1) Run simulate_reader.py sending a senior card tap — show the terminal output with the card classification and extension grant. 2) Switch to the dashboard — show the event appearing on the Mapbox map in real time. 3) Click into the intersection detail view — show the AI insights panel where Gemini analyzes the crossing pattern data and generates a recommendation like 'Market &amp; 5th: 34 senior taps per day at 8-9am. Recommend permanent +8 second baseline extension for morning peak.' Keep it tight — 60 seconds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'SafeCross SF: proven concept from Singapore, adapted for SF with AI-powered analytics. Under $3,000 per intersection. Under 500 milliseconds. 9,500 lines of fully specified code. Thank you — 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backup slide — not part of the 3-minute pitch. Use during Q&amp;A if judges ask about sources. All claims are sourced from official city/state agencies, news organizations, or international government publications.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hsa.org/resources/Pedestrians24" TargetMode="External"/><Relationship Id="rId2" Type="http://schemas.openxmlformats.org/officeDocument/2006/relationships/hyperlink" Target="https://www.sfmta.com/press-releases/press-release-san-francisco-traffic-fatalities-drop-nearly-half-2025" TargetMode="External"/><Relationship Id="rId3" Type="http://schemas.openxmlformats.org/officeDocument/2006/relationships/hyperlink" Target="https://www.kqed.org/news/12025041/san-francisco-street-safety-executive-directive-lurie" TargetMode="External"/><Relationship Id="rId4" Type="http://schemas.openxmlformats.org/officeDocument/2006/relationships/hyperlink" Target="https://www.sfmta.com/blog/safer-streets-more-reliable-rides-10-highlights-2025" TargetMode="External"/><Relationship Id="rId5" Type="http://schemas.openxmlformats.org/officeDocument/2006/relationships/hyperlink" Target="https://visionzeronetwork.org/vision-zero-in-2025-shows-progress/" TargetMode="External"/><Relationship Id="rId6" Type="http://schemas.openxmlformats.org/officeDocument/2006/relationships/hyperlink" Target="https://walksf.org/blog/the-street-safety-act-is-passed-unanimously-by-the-board-of-supervisors/" TargetMode="External"/><Relationship Id="rId7" Type="http://schemas.openxmlformats.org/officeDocument/2006/relationships/hyperlink" Target="https://thefrisc.com/sfmta-traffic-calming-speed-humps-141-locations" TargetMode="External"/><Relationship Id="rId8" Type="http://schemas.openxmlformats.org/officeDocument/2006/relationships/hyperlink" Target="https://www.lta.gov.sg/content/ltagov/en/getting_around/driving_in_singapore/intelligent_transport_systems.html" TargetMode="External"/><Relationship Id="rId9" Type="http://schemas.openxmlformats.org/officeDocument/2006/relationships/hyperlink" Target="https://www.lta.gov.sg/content/ltagov/en/getting_around/driving_in_singapore/road_safety.html" TargetMode="External"/><Relationship Id="rId10" Type="http://schemas.openxmlformats.org/officeDocument/2006/relationships/hyperlink" Target="https://www.clippercard.com/ClipperWeb/index.html" TargetMode="External"/><Relationship Id="rId11" Type="http://schemas.openxmlformats.org/officeDocument/2006/relationships/hyperlink" Target="https://www.sfmta.com/fares/clipper-card" TargetMode="External"/><Relationship Id="rId12" Type="http://schemas.openxmlformats.org/officeDocument/2006/relationships/hyperlink" Target="https://www.ntcip.org/library/standards/default.asp?documents=yes&amp;standard=1202" TargetMode="External"/><Relationship Id="rId13" Type="http://schemas.openxmlformats.org/officeDocument/2006/relationships/hyperlink" Target="https://www.sfmta.com/projects/connected-corridor-project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SafeCross SF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4173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pedestrian crossings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seniors and people with disabilities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417320" y="29718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4173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street safety  | 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are dying on San Francisco's streets — and signal timing treats everyone the same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52.9%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SF traffic deaths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— highest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major US city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234440"/>
            <a:ext cx="2468880" cy="1463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2344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5760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pedestrian fatalities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older adults (65+)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vulnerable group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34440"/>
            <a:ext cx="54864" cy="146304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vs 43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4652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Zero targeted 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— SF had 43 in 2024,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year since 2007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29718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insight: signal timing treats all pedestrians identically, but seniors walk slower and need 6-13 extra seconds to cross safely. Singapore solved this in 2009 — we're adapting it for SF.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SafeCross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 → auto-detect → AI-driven predictive timing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Clipper card tap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taps existing Clipper card on NFC reader at signal pole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signal extended 6-13 sec based on crossing width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gesture they already use to board Muni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enrollment, no app, no new card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11430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auto-detect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1188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sensor detects all pedestrians automatically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needed — catches tourists, visitors, forgetful seniors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darkness, fog, and rain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resolution for facial ID — privacy by design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8" name="Shape 14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AI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timing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tap patterns across all intersections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when and where seniors cross most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permanent timing adjustments — no tap required during peak hours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natural language safety insights for SFMTA engineers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 to extended walk signal in under 500 milliseconds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737360" cy="23774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737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taps Clipper card on NFC reader at signal pole (ADA height). Reader classifies card type in &lt;200ms.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2313432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14600" y="1234440"/>
            <a:ext cx="1737360" cy="23774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14600" y="1234440"/>
            <a:ext cx="1737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26517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173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517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6517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controller calculates extension (6-13 sec) based on crossing width. Safety module validates all parameters.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313432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572000" y="1234440"/>
            <a:ext cx="1737360" cy="23774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572000" y="1234440"/>
            <a:ext cx="1737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5"/>
          <p:cNvSpPr/>
          <p:nvPr/>
        </p:nvSpPr>
        <p:spPr>
          <a:xfrm>
            <a:off x="47091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91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command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091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NTCIP/SNMP command extends pedestrian walk phase. Baseline timing always restored after crossing.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13432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29400" y="1234440"/>
            <a:ext cx="1737360" cy="23774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629400" y="1234440"/>
            <a:ext cx="1737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0"/>
          <p:cNvSpPr/>
          <p:nvPr/>
        </p:nvSpPr>
        <p:spPr>
          <a:xfrm>
            <a:off x="67665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41732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7665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logged to cloud. AI analytics identify patterns. Gemini generates timing recommendations for engineers.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12E3C"/>
          </a:solidFill>
          <a:ln/>
        </p:spPr>
      </p:sp>
      <p:sp>
        <p:nvSpPr>
          <p:cNvPr id="33" name="Text 2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Hardware per intersection: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$1,430 – 3,100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Safety: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physical locations, five software layers, AI at the data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468880" cy="192024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reader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 housing, MIFARE DESFire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card type in &lt;200ms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ring + buzzer feedback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 firmware, 900 LOC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polling, card classifier,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driver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cabinet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1554480"/>
            <a:ext cx="2468880" cy="1920240"/>
          </a:xfrm>
          <a:prstGeom prst="rect">
            <a:avLst/>
          </a:prstGeom>
          <a:solidFill>
            <a:srgbClr val="F5F3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8620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controller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661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DIN-rail ARM SBC, Linux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NTCIP/SNMP to signal 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manager state machine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356616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Python, 3,000 LOC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5661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client, timing logic,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module, event logger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217920" y="1143000"/>
            <a:ext cx="24688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AI engine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17920" y="1554480"/>
            <a:ext cx="2468880" cy="192024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+ dashboards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550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API, TimescaleDB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insights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 + public portal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35508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5"/>
          <p:cNvSpPr/>
          <p:nvPr/>
        </p:nvSpPr>
        <p:spPr>
          <a:xfrm>
            <a:off x="635508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3-5: Python + React, 5,600 LOC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35508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analysis, Gemini Q&amp;A,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 risk scoring, recommendations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15468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3" name="Text 28"/>
          <p:cNvSpPr/>
          <p:nvPr/>
        </p:nvSpPr>
        <p:spPr>
          <a:xfrm>
            <a:off x="3108960" y="22860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594360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5897880" y="22860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40080" y="3794760"/>
            <a:ext cx="54864" cy="86868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3258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SafeCross failing = SafeCross not existing. Can only increase walk time, never decrease. Baseline always restored. Independent conflict monitor catches any unsafe state. ~9,500 lines of custom code, fully specified.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023360" y="24688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566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Simulate card tap → show extension granted in terminal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dashboard with live event appearing on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 AI insights panel generating a timing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94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SafeCross SF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concept. Low cost. Real impact. AI at the core.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17830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210312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$1,430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per intersection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10312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&lt;500ms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93776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signal extension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371600" y="310896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9,500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544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code, fully specified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10896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93776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senior deaths preventable with more crossing 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71600" y="3977640"/>
            <a:ext cx="6583680" cy="45720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20" name="Shape 17"/>
          <p:cNvSpPr/>
          <p:nvPr/>
        </p:nvSpPr>
        <p:spPr>
          <a:xfrm>
            <a:off x="1371600" y="39776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60020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estimate: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9,500 LOC system spanning C firmware, Python edge services, cloud APIs, and React dashboards would typically require a team of 3–5 engineers over 6–9 months. We fully specified and architected it in a hackathon with AI.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371600" y="4526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 Clipper card readability with MTC → 10-intersection pilot → Scale citywide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3716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RocketRide  |  Gemini  |  Google Cloud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for all key claims  |  Backup slide — not presented in 3-minute pitch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"52.9% of SF traffic deaths are pedestrians"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06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GHSA Pedestrian Traffic Fatalities by State (2024 data); NHTSA FARS</a:t>
            </a:r>
            <a:endParaRPr lang="en-US" sz="7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57200" y="12344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https://www.ghsa.org/resources/Pedestrians24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"75% of 2025 pedestrian fatalities were older adults (65+)"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San Francisco via SF Examiner; SFMTA Press Release, Dec 2025</a:t>
            </a:r>
            <a:endParaRPr lang="en-US" sz="75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57200" y="170992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https://www.sfmta.com/press-releases/press-release-san-francisco-traffic-fatalities-drop-nearly-half-2025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57200" y="19110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"Vision Zero: 43 deaths in 2024 — worst since 2007"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KQED, "After Vision Zero, SF Overhauls Approach to Traffic Violence," Dec 2025</a:t>
            </a:r>
            <a:endParaRPr lang="en-US" sz="75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457200" y="21854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https://www.kqed.org/news/12025041/san-francisco-street-safety-executive-directive-lurie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7200" y="2386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"Speed cameras: 78% speeding reduction at 33 locations"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 "10 Highlights from 2025" &amp; SFMTA Press Release, Dec 2025</a:t>
            </a:r>
            <a:endParaRPr lang="en-US" sz="750" dirty="0"/>
          </a:p>
        </p:txBody>
      </p:sp>
      <p:sp>
        <p:nvSpPr>
          <p:cNvPr id="16" name="Text 14">
            <a:hlinkClick r:id="rId4" tooltip=""/>
          </p:cNvPr>
          <p:cNvSpPr/>
          <p:nvPr/>
        </p:nvSpPr>
        <p:spPr>
          <a:xfrm>
            <a:off x="457200" y="2660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https://www.sfmta.com/blog/safer-streets-more-reliable-rides-10-highlights-2025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57200" y="28620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"2025 fatalities dropped ~50% (25 deaths vs 43 in 2024)"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 Press Release, Dec 2025; Vision Zero Network, Mar 2026</a:t>
            </a:r>
            <a:endParaRPr lang="en-US" sz="750" dirty="0"/>
          </a:p>
        </p:txBody>
      </p:sp>
      <p:sp>
        <p:nvSpPr>
          <p:cNvPr id="19" name="Text 17">
            <a:hlinkClick r:id="rId5" tooltip=""/>
          </p:cNvPr>
          <p:cNvSpPr/>
          <p:nvPr/>
        </p:nvSpPr>
        <p:spPr>
          <a:xfrm>
            <a:off x="457200" y="31363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https://visionzeronetwork.org/vision-zero-in-2025-shows-progress/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"Street Safety Act passed unanimously Sept 2025"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4838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San Francisco; SFCTA Vision Zero page</a:t>
            </a:r>
            <a:endParaRPr lang="en-US" sz="750" dirty="0"/>
          </a:p>
        </p:txBody>
      </p:sp>
      <p:sp>
        <p:nvSpPr>
          <p:cNvPr id="22" name="Text 20">
            <a:hlinkClick r:id="rId6" tooltip=""/>
          </p:cNvPr>
          <p:cNvSpPr/>
          <p:nvPr/>
        </p:nvSpPr>
        <p:spPr>
          <a:xfrm>
            <a:off x="457200" y="36118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https://walksf.org/blog/the-street-safety-act-is-passed-unanimously-by-the-board-of-supervisors/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"Traffic calming: 300+ backlogged applications, paused June 2025"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Frisc, Nov 2025; SF Chronicle</a:t>
            </a:r>
            <a:endParaRPr lang="en-US" sz="750" dirty="0"/>
          </a:p>
        </p:txBody>
      </p:sp>
      <p:sp>
        <p:nvSpPr>
          <p:cNvPr id="25" name="Text 23">
            <a:hlinkClick r:id="rId7" tooltip=""/>
          </p:cNvPr>
          <p:cNvSpPr/>
          <p:nvPr/>
        </p:nvSpPr>
        <p:spPr>
          <a:xfrm>
            <a:off x="457200" y="408736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https://thefrisc.com/sfmta-traffic-calming-speed-humps-141-locations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"Singapore Green Man+ system — since 2009, 1,000+ crossings"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1106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Transport Authority of Singapore; Singapore Gov press releases</a:t>
            </a:r>
            <a:endParaRPr lang="en-US" sz="750" dirty="0"/>
          </a:p>
        </p:txBody>
      </p:sp>
      <p:sp>
        <p:nvSpPr>
          <p:cNvPr id="28" name="Text 26">
            <a:hlinkClick r:id="rId8" tooltip=""/>
          </p:cNvPr>
          <p:cNvSpPr/>
          <p:nvPr/>
        </p:nvSpPr>
        <p:spPr>
          <a:xfrm>
            <a:off x="4754880" y="12344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https://www.lta.gov.sg/content/ltagov/en/getting_around/driving_in_singapore/intelligent_transport_systems.html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54880" y="1435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"Silver Zones: 80% crash reduction"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581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Singapore Silver Zone evaluation reports; FHWA peer review</a:t>
            </a:r>
            <a:endParaRPr lang="en-US" sz="750" dirty="0"/>
          </a:p>
        </p:txBody>
      </p:sp>
      <p:sp>
        <p:nvSpPr>
          <p:cNvPr id="31" name="Text 29">
            <a:hlinkClick r:id="rId9" tooltip=""/>
          </p:cNvPr>
          <p:cNvSpPr/>
          <p:nvPr/>
        </p:nvSpPr>
        <p:spPr>
          <a:xfrm>
            <a:off x="4754880" y="170992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https://www.lta.gov.sg/content/ltagov/en/getting_around/driving_in_singapore/road_safety.html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754880" y="19110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"Clipper cards: 3M+ in circulation, MIFARE DESFire EV1"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Transportation Commission; Clipper card technical specs</a:t>
            </a:r>
            <a:endParaRPr lang="en-US" sz="750" dirty="0"/>
          </a:p>
        </p:txBody>
      </p:sp>
      <p:sp>
        <p:nvSpPr>
          <p:cNvPr id="34" name="Text 32">
            <a:hlinkClick r:id="rId10" tooltip=""/>
          </p:cNvPr>
          <p:cNvSpPr/>
          <p:nvPr/>
        </p:nvSpPr>
        <p:spPr>
          <a:xfrm>
            <a:off x="4754880" y="21854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https://www.clippercard.com/ClipperWeb/index.html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754880" y="2386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"Senior RTC card differentiation on Clipper"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25328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Clipper Regional Transit Card program; SFMTA fare policy</a:t>
            </a:r>
            <a:endParaRPr lang="en-US" sz="750" dirty="0"/>
          </a:p>
        </p:txBody>
      </p:sp>
      <p:sp>
        <p:nvSpPr>
          <p:cNvPr id="37" name="Text 35">
            <a:hlinkClick r:id="rId11" tooltip=""/>
          </p:cNvPr>
          <p:cNvSpPr/>
          <p:nvPr/>
        </p:nvSpPr>
        <p:spPr>
          <a:xfrm>
            <a:off x="4754880" y="2660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https://www.sfmta.com/fares/clipper-card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754880" y="28620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"NTCIP 1202 signal protocol — SNMP interface"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008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/ NTCIP Standards; FHWA Signal Timing Manual (FHWA-HOP-08-024)</a:t>
            </a:r>
            <a:endParaRPr lang="en-US" sz="750" dirty="0"/>
          </a:p>
        </p:txBody>
      </p:sp>
      <p:sp>
        <p:nvSpPr>
          <p:cNvPr id="40" name="Text 38">
            <a:hlinkClick r:id="rId12" tooltip=""/>
          </p:cNvPr>
          <p:cNvSpPr/>
          <p:nvPr/>
        </p:nvSpPr>
        <p:spPr>
          <a:xfrm>
            <a:off x="4754880" y="31363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https://www.ntcip.org/library/standards/default.asp?documents=yes&amp;standard=1202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754880" y="3337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"SF Connected Corridor pilot: 73% red-light delay reduction"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34838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SFMTA/Sensys Networks 3rd Street pilot evaluation, 2024</a:t>
            </a:r>
            <a:endParaRPr lang="en-US" sz="750" dirty="0"/>
          </a:p>
        </p:txBody>
      </p:sp>
      <p:sp>
        <p:nvSpPr>
          <p:cNvPr id="43" name="Text 41">
            <a:hlinkClick r:id="rId13" tooltip=""/>
          </p:cNvPr>
          <p:cNvSpPr/>
          <p:nvPr/>
        </p:nvSpPr>
        <p:spPr>
          <a:xfrm>
            <a:off x="4754880" y="36118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https://www.sfmta.com/projects/connected-corridor-project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754880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"$1,430–3,100 per intersection" &amp; "&lt;500ms latency"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SafeCross SF internal BOM &amp; architecture spec (this project)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web sources accessed March 2026. Data verified across multiple sources where possible. Internal estimates marked accordingly.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SafeCross SF — 3-Minute Pitch</dc:title>
  <dc:subject>PptxGenJS Presentation</dc:subject>
  <dc:creator>SafeCross SF</dc:creator>
  <cp:lastModifiedBy>SafeCross SF</cp:lastModifiedBy>
  <cp:revision>1</cp:revision>
  <dcterms:created xsi:type="dcterms:W3CDTF">2026-03-21T19:39:03Z</dcterms:created>
  <dcterms:modified xsi:type="dcterms:W3CDTF">2026-03-21T19:39:03Z</dcterms:modified>
</cp:coreProperties>
</file>